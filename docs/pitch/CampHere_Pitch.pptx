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5EFE3"/>
                </a:solidFill>
                <a:latin typeface="Calibri"/>
              </a:rPr>
              <a:t>CAMPHERE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B0A594"/>
                </a:solidFill>
                <a:latin typeface="Calibri"/>
              </a:rPr>
              <a:t>Every corner of campus, in one quiet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31012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88654"/>
                </a:solidFill>
                <a:latin typeface="Calibri"/>
              </a:rPr>
              <a:t>Ask what's on.  It's already found.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0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C8171"/>
                </a:solidFill>
                <a:latin typeface="Calibri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434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EFE3"/>
                </a:solidFill>
                <a:latin typeface="Calibri"/>
              </a:rPr>
              <a:t>Pseudo College's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67258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C8171"/>
                </a:solidFill>
                <a:latin typeface="Calibri"/>
              </a:rPr>
              <a:t>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5546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EFE3"/>
                </a:solidFill>
                <a:latin typeface="Calibri"/>
              </a:rPr>
              <a:t>Campus Life &amp; Student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1846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C8171"/>
                </a:solidFill>
                <a:latin typeface="Calibri"/>
              </a:rP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EFE3"/>
                </a:solidFill>
                <a:latin typeface="Calibri"/>
              </a:rPr>
              <a:t>Aditya Dubey  ·  Kunal Avvanshi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96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C8171"/>
                </a:solidFill>
                <a:latin typeface="Calibri"/>
              </a:rPr>
              <a:t>COLLEGE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795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EFE3"/>
                </a:solidFill>
                <a:latin typeface="Calibri"/>
              </a:rPr>
              <a:t>IILM Grid Noida</a:t>
            </a:r>
          </a:p>
        </p:txBody>
      </p:sp>
      <p:pic>
        <p:nvPicPr>
          <p:cNvPr id="14" name="Picture 13" descr="07_home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889" y="572920"/>
            <a:ext cx="2529647" cy="54744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49440" y="61996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Working prototype  ·  Flutter (web now, Android next)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Campus life runs on scattered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Every day a student reconstructs their campus from fragments — the corridor board, four WhatsApp groups, three portals and whoever they happen to bump into. Things fall through.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8654"/>
                </a:solidFill>
                <a:latin typeface="Calibri"/>
              </a:rPr>
              <a:t>7+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0A594"/>
                </a:solidFill>
                <a:latin typeface="Calibri"/>
              </a:rPr>
              <a:t>places a student checks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EFE3"/>
                </a:solidFill>
                <a:latin typeface="Calibri"/>
              </a:rPr>
              <a:t>40+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30632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0A594"/>
                </a:solidFill>
                <a:latin typeface="Calibri"/>
              </a:rPr>
              <a:t>clubs &amp; societies posting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EFE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344" y="30632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0A594"/>
                </a:solidFill>
                <a:latin typeface="Calibri"/>
              </a:rPr>
              <a:t>portals, each with its own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1543D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30632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0A594"/>
                </a:solidFill>
                <a:latin typeface="Calibri"/>
              </a:rPr>
              <a:t>unified place to look: none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5394960" cy="173736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550" b="1">
                <a:solidFill>
                  <a:srgbClr val="F5EFE3"/>
                </a:solidFill>
                <a:latin typeface="Calibri"/>
              </a:rPr>
              <a:t>The cost of missing one update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B0A594"/>
                </a:solidFill>
                <a:latin typeface="Calibri"/>
              </a:rPr>
              <a:t>A placement talk you never heard about. A hackathon team you didn't join. An exam-room change you found out at the door. On a campus, information asymmetry is a real academic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206240"/>
            <a:ext cx="5394960" cy="173736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550" b="1">
                <a:solidFill>
                  <a:srgbClr val="F5EFE3"/>
                </a:solidFill>
                <a:latin typeface="Calibri"/>
              </a:rPr>
              <a:t>And nobody is at fault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B0A594"/>
                </a:solidFill>
                <a:latin typeface="Calibri"/>
              </a:rPr>
              <a:t>The offices publish. The clubs publish. The groups forward. The system works everywhere except at the single point where it matters: one student, one evening, one feed.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WHY THE USUAL FIXES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Every existing answer asks the student to do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The tools campus already uses were built for broadcasting, not for a person deciding what to do tonight.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394960" cy="17830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550" b="1">
                <a:solidFill>
                  <a:srgbClr val="F5EFE3"/>
                </a:solidFill>
                <a:latin typeface="Calibri"/>
              </a:rPr>
              <a:t>WhatsApp groups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B0A594"/>
                </a:solidFill>
                <a:latin typeface="Calibri"/>
              </a:rPr>
              <a:t>The default notice board. Also the default noise board — 200 unread messages bury the one that mattered yesterday.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965960"/>
            <a:ext cx="5394960" cy="17830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550" b="1">
                <a:solidFill>
                  <a:srgbClr val="F5EFE3"/>
                </a:solidFill>
                <a:latin typeface="Calibri"/>
              </a:rPr>
              <a:t>Paper &amp; corridor boards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B0A594"/>
                </a:solidFill>
                <a:latin typeface="Calibri"/>
              </a:rPr>
              <a:t>Accurate, official — and only visible if you physically walk past them on the right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5394960" cy="17830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550" b="1">
                <a:solidFill>
                  <a:srgbClr val="F5EFE3"/>
                </a:solidFill>
                <a:latin typeface="Calibri"/>
              </a:rPr>
              <a:t>College portals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B0A594"/>
                </a:solidFill>
                <a:latin typeface="Calibri"/>
              </a:rPr>
              <a:t>Authoritative but inert. Login walls, desktop-first layouts, and nothing that pushes back when something is due.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977639"/>
            <a:ext cx="5394960" cy="17830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550" b="1">
                <a:solidFill>
                  <a:srgbClr val="F5EFE3"/>
                </a:solidFill>
                <a:latin typeface="Calibri"/>
              </a:rPr>
              <a:t>Word of mouth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B0A594"/>
                </a:solidFill>
                <a:latin typeface="Calibri"/>
              </a:rPr>
              <a:t>Reaches whoever stands near the right person. Everyone else finds out afterwards.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THE PREMISE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EFE3"/>
                </a:solidFill>
                <a:latin typeface="Cambria"/>
              </a:rPr>
              <a:t>“If the campus already produces every update a student needs, the app shouldn't ask them to hunt for it — it should hand it over.”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171"/>
                </a:solidFill>
                <a:latin typeface="Calibri"/>
              </a:rPr>
              <a:t>— the question CampHere is an answer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8654"/>
                </a:solidFill>
                <a:latin typeface="Calibri"/>
              </a:rPr>
              <a:t>No portals to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892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8654"/>
                </a:solidFill>
                <a:latin typeface="Calibri"/>
              </a:rPr>
              <a:t>No groups to scroll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892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8654"/>
                </a:solidFill>
                <a:latin typeface="Calibri"/>
              </a:rPr>
              <a:t>No noticeboards to walk past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CampHere — a campus that answers when asked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One app holds the feed, the notices, the attendance and your own board, and one guide searches all of it in plain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6766560" cy="4372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347343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Home — the editorial landing with the live feed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920240"/>
            <a:ext cx="3977639" cy="1298448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Ask anything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An intra-app guide that searches events, societies, seats and your 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355848"/>
            <a:ext cx="3977639" cy="1298448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Notice board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Every office and society, pinned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791456"/>
            <a:ext cx="3977639" cy="1298448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Attendance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The term at a glance, before it becomes a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Five surfaces, one design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Liquid glass over real footage; paper-and-ink editorial for the front door. Fixed compositions, one ember accent.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_not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3657600" cy="23633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3841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Notice board — pinned first, filtered by office</a:t>
            </a:r>
          </a:p>
        </p:txBody>
      </p:sp>
      <p:pic>
        <p:nvPicPr>
          <p:cNvPr id="9" name="Picture 8" descr="03_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965960"/>
            <a:ext cx="3657600" cy="23633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15968" y="43841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Attendance — term, subjects, weekly trend</a:t>
            </a:r>
          </a:p>
        </p:txBody>
      </p:sp>
      <p:pic>
        <p:nvPicPr>
          <p:cNvPr id="11" name="Picture 10" descr="04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965960"/>
            <a:ext cx="3657600" cy="2363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83296" y="43841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My board — RSVPs, societies, the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171"/>
                </a:solidFill>
                <a:latin typeface="Calibri"/>
              </a:rPr>
              <a:t>Plus the guide (slide 7) and the home feed (slide 5) — five surfaces in total, all responsive down to phones.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THE CAMPUS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An intra-app assistant that searches the whole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Not a chatbot bolted on the side — the guide reads the live feed, the societies, the seats left and your own board, and answers with the events attached as cards.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_chat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6766560" cy="4372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393063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“What is on tonight?” — answered from the live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10312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88654"/>
                </a:solidFill>
                <a:latin typeface="Calibri"/>
              </a:rPr>
              <a:t>It answers from data, not vibes.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B0A594"/>
                </a:solidFill>
                <a:latin typeface="Calibri"/>
              </a:rPr>
              <a:t>·  tonight · tomorrow · this weekend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B0A594"/>
                </a:solidFill>
                <a:latin typeface="Calibri"/>
              </a:rPr>
              <a:t>·  free food, seats left, fixtures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B0A594"/>
                </a:solidFill>
                <a:latin typeface="Calibri"/>
              </a:rPr>
              <a:t>·  societies and what they run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B0A594"/>
                </a:solidFill>
                <a:latin typeface="Calibri"/>
              </a:rPr>
              <a:t>·  “what's on my board?” — with a tap straight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51206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EFE3"/>
                </a:solidFill>
                <a:latin typeface="Calibri"/>
              </a:rPr>
              <a:t>Keep the question. We'll find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HOW IT WORKS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Four steps from a question to 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The guide spends most of its life doing nothing dramatic — it searches, and only then does it speak.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8654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2606040" cy="24688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400" b="1">
                <a:solidFill>
                  <a:srgbClr val="F5EFE3"/>
                </a:solidFill>
                <a:latin typeface="Calibri"/>
              </a:rPr>
              <a:t>The question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B0A594"/>
                </a:solidFill>
                <a:latin typeface="Calibri"/>
              </a:rPr>
              <a:t>Typed or tapped — the chips pre-fill the questions students actually 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0574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8654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697480"/>
            <a:ext cx="2606040" cy="24688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400" b="1">
                <a:solidFill>
                  <a:srgbClr val="F5EFE3"/>
                </a:solidFill>
                <a:latin typeface="Calibri"/>
              </a:rPr>
              <a:t>The intent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B0A594"/>
                </a:solidFill>
                <a:latin typeface="Calibri"/>
              </a:rPr>
              <a:t>Tonight, tomorrow, food, fixtures, societies, seats, or “my board” — matched locally, offline-safe.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20574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8654"/>
                </a:solidFill>
                <a:latin typeface="Calibri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697480"/>
            <a:ext cx="2606040" cy="24688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400" b="1">
                <a:solidFill>
                  <a:srgbClr val="F5EFE3"/>
                </a:solidFill>
                <a:latin typeface="Calibri"/>
              </a:rPr>
              <a:t>The search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B0A594"/>
                </a:solidFill>
                <a:latin typeface="Calibri"/>
              </a:rPr>
              <a:t>Keyword scoring across titles, societies, locations and categories over the live feed.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20574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8654"/>
                </a:solidFill>
                <a:latin typeface="Calibri"/>
              </a:rP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2697480"/>
            <a:ext cx="2606040" cy="2468880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400" b="1">
                <a:solidFill>
                  <a:srgbClr val="F5EFE3"/>
                </a:solidFill>
                <a:latin typeface="Calibri"/>
              </a:rPr>
              <a:t>The answer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B0A594"/>
                </a:solidFill>
                <a:latin typeface="Calibri"/>
              </a:rPr>
              <a:t>A short line in plain language, with the matching events as cards and an action to jump deeper.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HOW IT WORKS ·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Three providers. The student never feels one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The guide speaks to three OpenAI-compatible LLM endpoints — Groq, OpenRouter and NVIDIA NIM — behind one router.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852160" cy="8046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8FAE7C"/>
                </a:solidFill>
                <a:latin typeface="Calibri"/>
              </a:rPr>
              <a:t>Groq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llama-3.3-70b — first pick, lowest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53512"/>
            <a:ext cx="5852160" cy="8046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F5EFE3"/>
                </a:solidFill>
                <a:latin typeface="Calibri"/>
              </a:rPr>
              <a:t>OpenRouter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llama-3.3-70b:free — second in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95344"/>
            <a:ext cx="5852160" cy="8046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F5EFE3"/>
                </a:solidFill>
                <a:latin typeface="Calibri"/>
              </a:rPr>
              <a:t>NVIDIA NIM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llama-3.1-70b — the third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37176"/>
            <a:ext cx="5852160" cy="8046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Local search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the always-works fallback — no keys, no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011680"/>
            <a:ext cx="4892040" cy="1207008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00" b="1">
                <a:solidFill>
                  <a:srgbClr val="F5EFE3"/>
                </a:solidFill>
                <a:latin typeface="Calibri"/>
              </a:rPr>
              <a:t>Health probing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While the screen is open, a background ping checks every provider that is cooling down — before the next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355848"/>
            <a:ext cx="4892040" cy="1207008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00" b="1">
                <a:solidFill>
                  <a:srgbClr val="F5EFE3"/>
                </a:solidFill>
                <a:latin typeface="Calibri"/>
              </a:rPr>
              <a:t>Cooldowns, not errors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A timeout or rate limit cools a provider down (30s → 10min) and the router moves on. No spinner of doom, no error toast — the typing state just continues.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700016"/>
            <a:ext cx="4892040" cy="1207008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00" b="1">
                <a:solidFill>
                  <a:srgbClr val="F5EFE3"/>
                </a:solidFill>
                <a:latin typeface="Calibri"/>
              </a:rPr>
              <a:t>One answer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Whichever provider answers first wins. The student sees a single reply, never the plumbing.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THE RULE THAT GOVERNS EVERY 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EFE3"/>
                </a:solidFill>
                <a:latin typeface="Calibri"/>
              </a:rPr>
              <a:t>Liquid, not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Every surface is frosted glass over something real — a scrubbed video on the front door, a photograph behind the dashboards — with one ember accent doing all the pointing.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Fixed compositions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031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The landing never scrolls content; scrolling scrubs the film. Dashboards sit on measured reference frames.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723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One accent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72384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Ember points at exactly one thing per view — the send, the pin, the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416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Type carries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41648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Inter variable, optical sizes, fractional weights — no decorative fonts anywhere.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10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Motion with manners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010912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Surfaces settle once; the chart draws itself then fills; nothing loops except the live dot.</a:t>
            </a:r>
          </a:p>
        </p:txBody>
      </p:sp>
      <p:pic>
        <p:nvPicPr>
          <p:cNvPr id="15" name="Picture 14" descr="07_home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011680"/>
            <a:ext cx="2011680" cy="4353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64040" y="642002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Phone — same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Built entirely from proven, available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Nothing here needs a research lab — the synthesis is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394960" cy="12618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App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Flutter 3.47 — one codebase shipping web today and Android next; liquid-glass surfaces via backdrop blur, variable Inter.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965960"/>
            <a:ext cx="5394960" cy="12618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Backend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Serverpod 4 + PostgreSQL — generated, typed clients; events with categories, RSVPs and capacity; anonymous + email auth.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64991"/>
            <a:ext cx="5394960" cy="12618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Guide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OpenAI-compatible chat APIs — Groq, OpenRouter, NVIDIA NIM behind one failover router with background health probing.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364991"/>
            <a:ext cx="5394960" cy="12618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Data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The guide always answers inside the app's reality: the live feed, the societies and the student's board ship with every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64024"/>
            <a:ext cx="5394960" cy="12618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Media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All-intra video for frame-accurate scroll scrubbing; seamless-carved film grain; variable fonts bundled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764024"/>
            <a:ext cx="5394960" cy="1261872"/>
          </a:xfrm>
          <a:prstGeom prst="roundRect">
            <a:avLst>
              <a:gd name="adj" fmla="val 5500"/>
            </a:avLst>
          </a:prstGeom>
          <a:solidFill>
            <a:srgbClr val="1C1915"/>
          </a:solidFill>
          <a:ln w="12700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/>
            <a:r>
              <a:rPr sz="1350" b="1">
                <a:solidFill>
                  <a:srgbClr val="E88654"/>
                </a:solidFill>
                <a:latin typeface="Calibri"/>
              </a:rPr>
              <a:t>Testing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B0A594"/>
                </a:solidFill>
                <a:latin typeface="Calibri"/>
              </a:rPr>
              <a:t>Widget smoke tests with real fonts loaded, plus scripted browser runs at desktop, tablet and phone sizes.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Everything already exists. Nobody pointed it at a campus.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Each part of CampHere is documented, stable technology. The working prototype — not a mockup — proves the composition.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8654"/>
                </a:solidFill>
                <a:latin typeface="Calibri"/>
              </a:rPr>
              <a:t>Scrubbed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All-intra H.264 seeking lands on exact frames — the same trick film sites use, driving the landing.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8654"/>
                </a:solidFill>
                <a:latin typeface="Calibri"/>
              </a:rPr>
              <a:t>Typed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035808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Serverpod generates the client from the server models; RSVPs are upsert-safe with capacity rules server-side.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68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8654"/>
                </a:solidFill>
                <a:latin typeface="Calibri"/>
              </a:rPr>
              <a:t>Provider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968496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All three LLM providers implement the same chat schema, so one router speaks to all of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0118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8654"/>
                </a:solidFill>
                <a:latin typeface="Calibri"/>
              </a:rPr>
              <a:t>Offline-first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901183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0A594"/>
                </a:solidFill>
                <a:latin typeface="Calibri"/>
              </a:rPr>
              <a:t>Every surface degrades to bundled sample data, so the app demos with or without the server 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WHERE THE GAP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Nobody combines all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Portals have the data but no conversation. Chatbots can talk but don't know the campus. Groups have attention but no structure. CampHere is the only place all four meet.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EFE3"/>
                </a:solidFill>
                <a:latin typeface="Calibri"/>
              </a:rPr>
              <a:t>Whole-app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EFE3"/>
                </a:solidFill>
                <a:latin typeface="Calibri"/>
              </a:rPr>
              <a:t>Live feed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EFE3"/>
                </a:solidFill>
                <a:latin typeface="Calibri"/>
              </a:rPr>
              <a:t>Survives outages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EFE3"/>
                </a:solidFill>
                <a:latin typeface="Calibri"/>
              </a:rPr>
              <a:t>Glass, fixed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62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0A594"/>
                </a:solidFill>
                <a:latin typeface="Calibri"/>
              </a:rPr>
              <a:t>College portals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620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620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620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8620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753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0A594"/>
                </a:solidFill>
                <a:latin typeface="Calibri"/>
              </a:rPr>
              <a:t>Generic chatbots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753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753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5753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5753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885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0A594"/>
                </a:solidFill>
                <a:latin typeface="Calibri"/>
              </a:rPr>
              <a:t>WhatsApp groups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288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288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4288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171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01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EFE3"/>
                </a:solidFill>
                <a:latin typeface="Calibri"/>
              </a:rPr>
              <a:t>CampHere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001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8654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01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8654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001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8654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5001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8654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171"/>
                </a:solidFill>
                <a:latin typeface="Calibri"/>
              </a:rPr>
              <a:t>CampHere = the guide's whole-app search, the feed it reads, the failover chain that keeps it up, and a UI worth looking 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330" y="49377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Built and running, not a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Flutter web build, verified in scripted browser runs at desktop, tablet and phone sizes — the same code that ships to Android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394960" cy="34859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6107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Home — scroll scrubs the film</a:t>
            </a:r>
          </a:p>
        </p:txBody>
      </p:sp>
      <p:pic>
        <p:nvPicPr>
          <p:cNvPr id="9" name="Picture 8" descr="05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20240"/>
            <a:ext cx="5394960" cy="34859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546107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The guide — ask what's on</a:t>
            </a:r>
          </a:p>
        </p:txBody>
      </p:sp>
      <p:pic>
        <p:nvPicPr>
          <p:cNvPr id="11" name="Picture 10" descr="08_notices_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30" y="2251722"/>
            <a:ext cx="1078992" cy="23350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31561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Notices · phone</a:t>
            </a:r>
          </a:p>
        </p:txBody>
      </p:sp>
      <p:pic>
        <p:nvPicPr>
          <p:cNvPr id="13" name="Picture 12" descr="09_attendance_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5724" y="2170035"/>
            <a:ext cx="1078992" cy="23350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01952" y="6431561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171"/>
                </a:solidFill>
                <a:latin typeface="Calibri"/>
              </a:rPr>
              <a:t>Attendance · 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5742432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dirty="0">
                <a:solidFill>
                  <a:srgbClr val="F5EFE3"/>
                </a:solidFill>
                <a:latin typeface="Calibri"/>
              </a:rPr>
              <a:t>Under the hood: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B0A594"/>
                </a:solidFill>
                <a:latin typeface="Calibri"/>
              </a:rPr>
              <a:t>·  Screens: home · guide · notice board · attendance · my board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B0A594"/>
                </a:solidFill>
                <a:latin typeface="Calibri"/>
              </a:rPr>
              <a:t>·  Backend: events + RSVP + auth endpoints, integration-tested server-side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B0A594"/>
                </a:solidFill>
                <a:latin typeface="Calibri"/>
              </a:rPr>
              <a:t>·  Guide: multi-provider LLM chain with silent failover + local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8654"/>
                </a:solidFill>
                <a:latin typeface="Calibri"/>
              </a:rP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5EFE3"/>
                </a:solidFill>
                <a:latin typeface="Calibri"/>
              </a:rPr>
              <a:t>What this is built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0A594"/>
                </a:solidFill>
                <a:latin typeface="Calibri"/>
              </a:rPr>
              <a:t>The engineering stands on documented platforms; the product decisions stand on our own campus.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5240"/>
          </a:xfrm>
          <a:prstGeom prst="rect">
            <a:avLst/>
          </a:prstGeom>
          <a:solidFill>
            <a:srgbClr val="3A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Platform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0A594"/>
                </a:solidFill>
                <a:latin typeface="Calibri"/>
              </a:rPr>
              <a:t>Flutter engine &amp; video_player seeking docs · Serverpod 4 (ORM, auth IDPs, code generation) · OpenAI chat-completions schema as implemented by OpenRouter, Groq and NVIDIA NIM.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723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Design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072384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0A594"/>
                </a:solidFill>
                <a:latin typeface="Calibri"/>
              </a:rPr>
              <a:t>Liquid-glass material guidance (backdrop blur, translucent layers, specular highlights) · editorial grid and typographic scale practice from print · Apple HIG motion principles.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416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Campus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041648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0A594"/>
                </a:solidFill>
                <a:latin typeface="Calibri"/>
              </a:rPr>
              <a:t>Our own survey of how notices, fixtures and club events actually reach students at IILM — the scatter this app exists to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10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EFE3"/>
                </a:solidFill>
                <a:latin typeface="Calibri"/>
              </a:rPr>
              <a:t>Prototype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5010912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0A594"/>
                </a:solidFill>
                <a:latin typeface="Calibri"/>
              </a:rPr>
              <a:t>Six browser-verified iterations taught the layout rules now encoded in the design tokens: uniform borders for rounded glass, content-sized pills, real fonts in widget tests.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5EFE3"/>
                </a:solidFill>
                <a:latin typeface="Calibri"/>
              </a:rPr>
              <a:t>CAMPHERE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8654"/>
                </a:solidFill>
                <a:latin typeface="Calibri"/>
              </a:rPr>
              <a:t>Ask what's on.  It's already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A594"/>
                </a:solidFill>
                <a:latin typeface="Calibri"/>
              </a:rPr>
              <a:t>Pseudo College's  ·  IILM Grid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A594"/>
                </a:solidFill>
                <a:latin typeface="Calibri"/>
              </a:rPr>
              <a:t>Aditya Dubey  ·  Kunal Avvanshi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1673</Words>
  <Application>Microsoft Macintosh PowerPoint</Application>
  <PresentationFormat>Widescreen</PresentationFormat>
  <Paragraphs>195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</cp:lastModifiedBy>
  <cp:revision>2</cp:revision>
  <dcterms:created xsi:type="dcterms:W3CDTF">2013-01-27T09:14:16Z</dcterms:created>
  <dcterms:modified xsi:type="dcterms:W3CDTF">2026-10-25T22:28:47Z</dcterms:modified>
  <cp:category/>
</cp:coreProperties>
</file>